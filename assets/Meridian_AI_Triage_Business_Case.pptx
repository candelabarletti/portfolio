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Ticket volume is outpacing headcount (indexed to Q1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volume index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118</c:v>
                </c:pt>
                <c:pt idx="2">
                  <c:v>132</c:v>
                </c:pt>
                <c:pt idx="3">
                  <c:v>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Support headcount index</c:v>
                </c:pt>
              </c:strCache>
            </c:strRef>
          </c:tx>
          <c:spPr>
            <a:solidFill>
              <a:srgbClr val="8C9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104</c:v>
                </c:pt>
                <c:pt idx="2">
                  <c:v>108</c:v>
                </c:pt>
                <c:pt idx="3">
                  <c:v>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Ticket categories by volume (n=500 audited tickets)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A8"/>
              </a:solidFill>
              <a:effectLst/>
            </c:spPr>
          </c:dPt>
          <c:dPt>
            <c:idx val="1"/>
            <c:bubble3D val="0"/>
            <c:spPr>
              <a:solidFill>
                <a:srgbClr val="4FC3C6"/>
              </a:solidFill>
              <a:effectLst/>
            </c:spPr>
          </c:dPt>
          <c:dPt>
            <c:idx val="2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bubble3D val="0"/>
            <c:spPr>
              <a:solidFill>
                <a:srgbClr val="8C9C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Shipping &amp; orders</c:v>
                </c:pt>
                <c:pt idx="1">
                  <c:v>Returns &amp; billing</c:v>
                </c:pt>
                <c:pt idx="2">
                  <c:v>Account / security</c:v>
                </c:pt>
                <c:pt idx="3">
                  <c:v>Complex / unique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24</c:v>
                </c:pt>
                <c:pt idx="2">
                  <c:v>11</c:v>
                </c:pt>
                <c:pt idx="3">
                  <c:v>27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731520"/>
            <a:ext cx="3657600" cy="3657600"/>
          </a:xfrm>
          <a:prstGeom prst="ellipse">
            <a:avLst/>
          </a:prstGeom>
          <a:solidFill>
            <a:srgbClr val="0EA5A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8961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Meridian Retail Co.</a:t>
            </a:r>
            <a:endParaRPr lang="en-US" sz="3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 AI support</a:t>
            </a:r>
            <a:endParaRPr lang="en-US" sz="3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agent?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ROI assessment of retrieval-augmented generation (RAG) and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 for customer support operations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6035040"/>
            <a:ext cx="2011680" cy="0"/>
          </a:xfrm>
          <a:prstGeom prst="line">
            <a:avLst/>
          </a:prstGeom>
          <a:noFill/>
          <a:ln w="25400">
            <a:solidFill>
              <a:srgbClr val="0EA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Candela Barletti  |  Strategy &amp; Technology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recommendation, up front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7276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deploy a RAG-based triage agent for tier-1 support tickets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7510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 auto-resolve 55-65% of incoming tickets within 90 days, cutting average response time from 14 hours to under 2 minutes for resolved cases, with full audit logging and human escalation for sensitive cases.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26151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4683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77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" y="42245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hrs → &lt;2 min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777240" y="47548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auto-resolved tickets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28416" y="3063240"/>
            <a:ext cx="26151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57016" y="3337560"/>
            <a:ext cx="502920" cy="50292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775" y="346831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57016" y="3977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557016" y="42245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$282K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3557016" y="47548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implementation cost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08192" y="3063240"/>
            <a:ext cx="26151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36792" y="3337560"/>
            <a:ext cx="502920" cy="50292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551" y="346831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36792" y="3977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CAPACITY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336792" y="42245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+40%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6336792" y="47548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for complex cases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887968" y="3063240"/>
            <a:ext cx="26151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116568" y="3337560"/>
            <a:ext cx="502920" cy="50292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327" y="34683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16568" y="3977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9116568" y="42245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months</a:t>
            </a:r>
            <a:endParaRPr lang="en-US" sz="2300" dirty="0"/>
          </a:p>
        </p:txBody>
      </p:sp>
      <p:sp>
        <p:nvSpPr>
          <p:cNvPr id="32" name="Text 25"/>
          <p:cNvSpPr/>
          <p:nvPr/>
        </p:nvSpPr>
        <p:spPr>
          <a:xfrm>
            <a:off x="9116568" y="47548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implementation cost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working prototype built and evaluated as part of this analysis — see Appendix for technical detail.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costs are outpacing order growth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support ticket volume grew 38% year-over-year, while headcount in the support team grew only 12%. The result: response times have tripled, and overtime costs are eating into the savings the company expected from its e-commerce expansion.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37744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ticket volume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hrs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3774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first response time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92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7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377440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that are routine / policy-based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0" y="137160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ticket volume is routine, not complex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of 500 resolved tickets shows the majority fall into a small number of well-documented categories — shipping delays, order changes, return requests, and billing disputes — each governed by a clear written policy. These are exactly the cases a well-grounded AI agent can resolve consistently and immediately.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46888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94360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359" y="269107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9400" y="248716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Policy-governed categories (shipping, returns, billing) account for 62% of volume and have clear documented resolution paths.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943600" y="3794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359" y="3925519"/>
            <a:ext cx="241402" cy="2414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29400" y="372160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27-38% genuinely needs human judgment — security concerns, high-value disputes, or unusual circumstances.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943600" y="5029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359" y="5159959"/>
            <a:ext cx="241402" cy="2414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29400" y="495604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 isn't whether AI can help, but how to safely route the 62% to automation while keeping the rest with people.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RAG-based triage agent with human-in-the-loop escalation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041" y="20409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7240" y="3108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relevant policies and similar past tickets from the knowledge base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154680" y="2560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383280" y="155448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66260" y="1874520"/>
            <a:ext cx="640080" cy="640080"/>
          </a:xfrm>
          <a:prstGeom prst="ellipse">
            <a:avLst/>
          </a:prstGeom>
          <a:solidFill>
            <a:srgbClr val="0EA5A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681" y="204094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611880" y="3108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evaluates the ticket against retrieved context using tool-calling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989320" y="2560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217920" y="155448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00900" y="1874520"/>
            <a:ext cx="640080" cy="64008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321" y="20409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46520" y="3108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if clearly covered by policy, or escalate per defined criteria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823960" y="2560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052560" y="155448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35540" y="1874520"/>
            <a:ext cx="640080" cy="640080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61" y="204094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281160" y="3108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its policy reference is recorded for audit and review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4617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theoretical architecture — it's a working prototype, built and stress-tested with a labeled evaluation set (see Appendix). The system defaults to escalation whenever a ticket isn't clearly covered, so safety is built into the design rather than bolted on.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ROI math, conservatively modeled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AI triage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 per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cost per ticket (agent 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$1.55 (blended)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support labor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savings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$281,520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262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above reflect ongoing labor savings only. One-time setup (API integration, policy curation, QA) and ongoing model usage costs are modeled separately below.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858000" y="1417320"/>
            <a:ext cx="47548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780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&amp; ONGOING COSTS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178040" y="2057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policy curation (one-time)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424160" y="2057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$58,000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17804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evaluation setup (one-time)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424160" y="2441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$16,000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78040" y="28254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 usage (annual, est.)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424160" y="2825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$22,000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78040" y="32095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maintenance (annual)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424160" y="32095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178040" y="3657600"/>
            <a:ext cx="425196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78040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net savings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058400" y="3767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$167,520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178040" y="4251960"/>
            <a:ext cx="4251960" cy="292608"/>
          </a:xfrm>
          <a:prstGeom prst="roundRect">
            <a:avLst>
              <a:gd name="adj" fmla="val 156250"/>
            </a:avLst>
          </a:prstGeom>
          <a:solidFill>
            <a:srgbClr val="E8F5EE"/>
          </a:solidFill>
          <a:ln/>
        </p:spPr>
      </p:sp>
      <p:sp>
        <p:nvSpPr>
          <p:cNvPr id="22" name="Text 18"/>
          <p:cNvSpPr/>
          <p:nvPr/>
        </p:nvSpPr>
        <p:spPr>
          <a:xfrm>
            <a:off x="7178040" y="42519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4.1 months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how the design accounts for 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664208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1794967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508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gives an incorrect or policy-inconsistent answer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1664208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59" y="1794967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1508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enforces a fixed decision schema grounded only in retrieved policy text — the agent cannot freelance outside what's retrieved.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2578608"/>
            <a:ext cx="110642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77240" y="2825496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2956255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26700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cases (fraud, legal threats) get auto-resolved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172200" y="2825496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959" y="2956255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267004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escalation criteria are baked into the system prompt; the agent defaults to escalating when context is unclear, not guessing.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48640" y="3739896"/>
            <a:ext cx="11064240" cy="100584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77240" y="3986784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117543"/>
            <a:ext cx="241402" cy="24140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38313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 policy changes silently degrade accuracy over time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172200" y="3986784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959" y="4117543"/>
            <a:ext cx="241402" cy="24140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03720" y="383133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evaluation set runs before any change ships — no update goes to production without passing accuracy thresholds.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548640" y="4901184"/>
            <a:ext cx="110642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777240" y="5148072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99" y="5278831"/>
            <a:ext cx="241402" cy="24140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463040" y="499262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feel unheard by an automated response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6172200" y="51480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959" y="5278831"/>
            <a:ext cx="241402" cy="24140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903720" y="499262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 responses are transparent about being policy-based, and any customer can request escalation to a person.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rollout, not a big-bang launch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83080"/>
            <a:ext cx="1463040" cy="365760"/>
          </a:xfrm>
          <a:prstGeom prst="roundRect">
            <a:avLst>
              <a:gd name="adj" fmla="val 125000"/>
            </a:avLst>
          </a:prstGeom>
          <a:solidFill>
            <a:srgbClr val="0EA5A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" y="31089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shipping &amp; returns categories only, shadow mode (agent suggests, humans approve) before going live.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783080"/>
            <a:ext cx="1463040" cy="365760"/>
          </a:xfrm>
          <a:prstGeom prst="roundRect">
            <a:avLst>
              <a:gd name="adj" fmla="val 125000"/>
            </a:avLst>
          </a:prstGeom>
          <a:solidFill>
            <a:srgbClr val="0EA5A8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live rollout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0" y="31089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auto-resolve for the pilot categories; expand knowledge base to billing and account categories.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150876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21040" y="1783080"/>
            <a:ext cx="1463040" cy="365760"/>
          </a:xfrm>
          <a:prstGeom prst="roundRect">
            <a:avLst>
              <a:gd name="adj" fmla="val 125000"/>
            </a:avLst>
          </a:prstGeom>
          <a:solidFill>
            <a:srgbClr val="0EA5A8"/>
          </a:solidFill>
          <a:ln/>
        </p:spPr>
      </p:sp>
      <p:sp>
        <p:nvSpPr>
          <p:cNvPr id="20" name="Text 17"/>
          <p:cNvSpPr/>
          <p:nvPr/>
        </p:nvSpPr>
        <p:spPr>
          <a:xfrm>
            <a:off x="83210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210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2104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rollout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321040" y="31089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across all policy-covered categories; support team capacity redirected to complex cases and proactive outreach.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9336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057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 with the Phase 1 pilot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case is strong (4.1-month payback), the technical approach has already been validated in a working prototype, and the phased rollout keeps risk contained. The biggest risk to Meridian isn't moving too fast on AI — it's continuing to absorb rising support costs while competitors automate.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4663440"/>
            <a:ext cx="2011680" cy="0"/>
          </a:xfrm>
          <a:prstGeom prst="line">
            <a:avLst/>
          </a:prstGeom>
          <a:noFill/>
          <a:ln w="25400">
            <a:solidFill>
              <a:srgbClr val="0EA5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approve Phase 1 budget ($74,000) and a 4-week pilot start date.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Candela Barletti  |  github.com/candelabarletti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DCE2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73146"/>
            <a:ext cx="298460" cy="298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foundation: a working prototype, not a concept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proposed in this case study was built and tested as a functioning prototype — a FastAPI backend with a Claude-powered agent, TF-IDF retrieval over a policy knowledge base, and tool-calling to enforce structured decisions.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6400800" cy="164592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Claude-powered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classification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/ auto-resolve decision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set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labeled 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labeled 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206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lift from the LLM-based approach (90% vs. 70% category accuracy) is the core technical evidence behind this proposal — it quantifies the gap between simple keyword routing and an agent that reasons over retrieved policy context.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40664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STACK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406640" y="269748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DCE2EC"/>
          </a:solidFill>
          <a:ln/>
        </p:spPr>
      </p:sp>
      <p:sp>
        <p:nvSpPr>
          <p:cNvPr id="11" name="Text 7"/>
          <p:cNvSpPr/>
          <p:nvPr/>
        </p:nvSpPr>
        <p:spPr>
          <a:xfrm>
            <a:off x="740664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555480" y="269748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DCE2EC"/>
          </a:solidFill>
          <a:ln/>
        </p:spPr>
      </p:sp>
      <p:sp>
        <p:nvSpPr>
          <p:cNvPr id="13" name="Text 9"/>
          <p:cNvSpPr/>
          <p:nvPr/>
        </p:nvSpPr>
        <p:spPr>
          <a:xfrm>
            <a:off x="955548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406640" y="315468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DCE2EC"/>
          </a:solidFill>
          <a:ln/>
        </p:spPr>
      </p:sp>
      <p:sp>
        <p:nvSpPr>
          <p:cNvPr id="15" name="Text 11"/>
          <p:cNvSpPr/>
          <p:nvPr/>
        </p:nvSpPr>
        <p:spPr>
          <a:xfrm>
            <a:off x="74066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(tool-calling)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55480" y="315468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DCE2EC"/>
          </a:solidFill>
          <a:ln/>
        </p:spPr>
      </p:sp>
      <p:sp>
        <p:nvSpPr>
          <p:cNvPr id="17" name="Text 13"/>
          <p:cNvSpPr/>
          <p:nvPr/>
        </p:nvSpPr>
        <p:spPr>
          <a:xfrm>
            <a:off x="95554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06640" y="361188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DCE2EC"/>
          </a:solidFill>
          <a:ln/>
        </p:spPr>
      </p:sp>
      <p:sp>
        <p:nvSpPr>
          <p:cNvPr id="19" name="Text 15"/>
          <p:cNvSpPr/>
          <p:nvPr/>
        </p:nvSpPr>
        <p:spPr>
          <a:xfrm>
            <a:off x="740664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555480" y="361188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DCE2EC"/>
          </a:solidFill>
          <a:ln/>
        </p:spPr>
      </p:sp>
      <p:sp>
        <p:nvSpPr>
          <p:cNvPr id="21" name="Text 17"/>
          <p:cNvSpPr/>
          <p:nvPr/>
        </p:nvSpPr>
        <p:spPr>
          <a:xfrm>
            <a:off x="955548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0664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code: github.com/candelabarletti/support-triage-agent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Co.  ·  AI Support Triage Business Case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Support Triage: Business Case for Meridian Retail Co.</dc:title>
  <dc:subject>PptxGenJS Presentation</dc:subject>
  <dc:creator>Candela Barletti</dc:creator>
  <cp:lastModifiedBy>Candela Barletti</cp:lastModifiedBy>
  <cp:revision>1</cp:revision>
  <dcterms:created xsi:type="dcterms:W3CDTF">2026-06-17T16:02:30Z</dcterms:created>
  <dcterms:modified xsi:type="dcterms:W3CDTF">2026-06-17T16:02:30Z</dcterms:modified>
</cp:coreProperties>
</file>